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98160-B1A6-4CC1-9928-96790D6FFDB4}" v="1703" dt="2026-07-05T12:27:19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05.07.2026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83772" y="295049"/>
            <a:ext cx="10624456" cy="1132115"/>
          </a:xfrm>
        </p:spPr>
        <p:txBody>
          <a:bodyPr>
            <a:normAutofit/>
          </a:bodyPr>
          <a:lstStyle/>
          <a:p>
            <a:r>
              <a:rPr lang="de-DE"/>
              <a:t>Final Project Boolean Class</a:t>
            </a:r>
            <a:r>
              <a:rPr lang="de-DE" dirty="0"/>
              <a:t> 27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202057" y="5975124"/>
            <a:ext cx="3011714" cy="639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Samuele Puccini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B692F4-3EED-CB3D-1D12-5B0C2B85FBEF}"/>
              </a:ext>
            </a:extLst>
          </p:cNvPr>
          <p:cNvSpPr txBox="1"/>
          <p:nvPr/>
        </p:nvSpPr>
        <p:spPr>
          <a:xfrm>
            <a:off x="1444902" y="1879471"/>
            <a:ext cx="89350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Fase 1:  </a:t>
            </a:r>
            <a:r>
              <a:rPr lang="it-IT" sz="3600" b="1" dirty="0"/>
              <a:t>Getting data and </a:t>
            </a:r>
            <a:r>
              <a:rPr lang="it-IT" sz="3600" b="1" dirty="0" err="1"/>
              <a:t>cleaning</a:t>
            </a:r>
            <a:r>
              <a:rPr lang="it-IT" sz="3600" b="1" dirty="0"/>
              <a:t> </a:t>
            </a:r>
            <a:r>
              <a:rPr lang="it-IT" sz="3600" b="1" dirty="0" err="1"/>
              <a:t>it</a:t>
            </a:r>
            <a:r>
              <a:rPr lang="it-IT" sz="3600" b="1" dirty="0"/>
              <a:t> up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66192C0-C1CE-BFAB-A864-C07BE0759A02}"/>
              </a:ext>
            </a:extLst>
          </p:cNvPr>
          <p:cNvSpPr txBox="1"/>
          <p:nvPr/>
        </p:nvSpPr>
        <p:spPr>
          <a:xfrm>
            <a:off x="1447168" y="3240631"/>
            <a:ext cx="9514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Fase 2 : </a:t>
            </a:r>
            <a:r>
              <a:rPr lang="it-IT" sz="3600" b="1" dirty="0"/>
              <a:t>Cluster Analysis and </a:t>
            </a:r>
            <a:r>
              <a:rPr lang="it-IT" sz="3600" b="1" dirty="0" err="1"/>
              <a:t>Regression</a:t>
            </a:r>
            <a:r>
              <a:rPr lang="it-IT" sz="3600" b="1" dirty="0"/>
              <a:t> Test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2F31C3-E2A6-6BBB-EB81-60E465D48EB5}"/>
              </a:ext>
            </a:extLst>
          </p:cNvPr>
          <p:cNvSpPr txBox="1"/>
          <p:nvPr/>
        </p:nvSpPr>
        <p:spPr>
          <a:xfrm>
            <a:off x="1447167" y="4591356"/>
            <a:ext cx="77536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Fase 3: </a:t>
            </a:r>
            <a:r>
              <a:rPr lang="it-IT" sz="3600" b="1" dirty="0" err="1"/>
              <a:t>Creating</a:t>
            </a:r>
            <a:r>
              <a:rPr lang="it-IT" sz="3600" b="1" dirty="0"/>
              <a:t> a Dashboard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1BEE57F6-DDED-68D8-FD93-5A80D4E4C446}"/>
              </a:ext>
            </a:extLst>
          </p:cNvPr>
          <p:cNvSpPr/>
          <p:nvPr/>
        </p:nvSpPr>
        <p:spPr>
          <a:xfrm>
            <a:off x="128983" y="2024102"/>
            <a:ext cx="1054095" cy="3590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2"/>
              </a:solidFill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5488CAA6-0DB1-2FAC-E2B9-6406170B0654}"/>
              </a:ext>
            </a:extLst>
          </p:cNvPr>
          <p:cNvSpPr/>
          <p:nvPr/>
        </p:nvSpPr>
        <p:spPr>
          <a:xfrm>
            <a:off x="128982" y="3388444"/>
            <a:ext cx="1054095" cy="3590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D812C32D-203F-B819-A336-8837F73C25FD}"/>
              </a:ext>
            </a:extLst>
          </p:cNvPr>
          <p:cNvSpPr/>
          <p:nvPr/>
        </p:nvSpPr>
        <p:spPr>
          <a:xfrm>
            <a:off x="128981" y="4738272"/>
            <a:ext cx="1054095" cy="3590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8C98B7-B05F-D457-B5AF-008C5645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1 </a:t>
            </a:r>
            <a:r>
              <a:rPr lang="it-IT" b="1" dirty="0">
                <a:solidFill>
                  <a:schemeClr val="accent2"/>
                </a:solidFill>
              </a:rPr>
              <a:t>Getting data and </a:t>
            </a:r>
            <a:r>
              <a:rPr lang="it-IT" b="1" dirty="0" err="1">
                <a:solidFill>
                  <a:schemeClr val="accent2"/>
                </a:solidFill>
              </a:rPr>
              <a:t>cleaning</a:t>
            </a:r>
            <a:r>
              <a:rPr lang="it-IT" b="1" dirty="0">
                <a:solidFill>
                  <a:schemeClr val="accent2"/>
                </a:solidFill>
              </a:rPr>
              <a:t> </a:t>
            </a:r>
            <a:r>
              <a:rPr lang="it-IT" b="1" dirty="0" err="1">
                <a:solidFill>
                  <a:schemeClr val="accent2"/>
                </a:solidFill>
              </a:rPr>
              <a:t>it</a:t>
            </a:r>
            <a:r>
              <a:rPr lang="it-IT" b="1" dirty="0">
                <a:solidFill>
                  <a:schemeClr val="accent2"/>
                </a:solidFill>
              </a:rPr>
              <a:t> 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6602D7-1650-861A-CA25-ECB79A34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4376057" cy="22249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b="1" i="1" dirty="0" err="1"/>
              <a:t>Main</a:t>
            </a:r>
            <a:r>
              <a:rPr lang="it-IT" b="1" i="1" dirty="0"/>
              <a:t> tool/</a:t>
            </a:r>
            <a:r>
              <a:rPr lang="it-IT" b="1" i="1" dirty="0" err="1"/>
              <a:t>technologies</a:t>
            </a:r>
            <a:r>
              <a:rPr lang="it-IT" b="1" i="1" dirty="0"/>
              <a:t>:</a:t>
            </a:r>
            <a:endParaRPr lang="it-IT" dirty="0"/>
          </a:p>
          <a:p>
            <a:pPr marL="0" indent="0">
              <a:buNone/>
            </a:pPr>
            <a:endParaRPr lang="it-IT" b="1" i="1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it-IT"/>
              <a:t>Vs code and Python Libraries</a:t>
            </a:r>
          </a:p>
          <a:p>
            <a:pPr>
              <a:buFont typeface="Calibri,Sans-Serif" panose="020B0604020202020204" pitchFamily="34" charset="0"/>
              <a:buChar char="-"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897E3C-1957-6296-58CC-D373A67CD599}"/>
              </a:ext>
            </a:extLst>
          </p:cNvPr>
          <p:cNvSpPr txBox="1"/>
          <p:nvPr/>
        </p:nvSpPr>
        <p:spPr>
          <a:xfrm>
            <a:off x="5805715" y="1701800"/>
            <a:ext cx="5921827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 i="0" u="none" strike="noStrike" baseline="0" dirty="0" err="1">
                <a:solidFill>
                  <a:srgbClr val="000000"/>
                </a:solidFill>
                <a:latin typeface="Aptos"/>
              </a:rPr>
              <a:t>Main</a:t>
            </a:r>
            <a:r>
              <a:rPr lang="it-IT" sz="2800" b="1" i="0" u="none" strike="noStrike" baseline="0" dirty="0">
                <a:solidFill>
                  <a:srgbClr val="000000"/>
                </a:solidFill>
                <a:latin typeface="Aptos"/>
              </a:rPr>
              <a:t> Challenges:</a:t>
            </a:r>
            <a:endParaRPr lang="it-IT" dirty="0"/>
          </a:p>
          <a:p>
            <a:endParaRPr lang="it-IT" sz="2800" b="1" dirty="0"/>
          </a:p>
          <a:p>
            <a:pPr marL="342900" indent="-342900">
              <a:buFont typeface="Calibri"/>
              <a:buChar char="-"/>
            </a:pPr>
            <a:r>
              <a:rPr lang="it-IT" sz="2400" dirty="0"/>
              <a:t>Getting the data from the </a:t>
            </a:r>
            <a:r>
              <a:rPr lang="it-IT" sz="2400" dirty="0" err="1"/>
              <a:t>istat</a:t>
            </a:r>
            <a:r>
              <a:rPr lang="it-IT" sz="2400" dirty="0"/>
              <a:t> site (a </a:t>
            </a:r>
            <a:r>
              <a:rPr lang="it-IT" sz="2400" dirty="0" err="1"/>
              <a:t>lot</a:t>
            </a:r>
            <a:r>
              <a:rPr lang="it-IT" sz="2400" dirty="0"/>
              <a:t> of time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didn't</a:t>
            </a:r>
            <a:r>
              <a:rPr lang="it-IT" sz="2400" dirty="0"/>
              <a:t> work)</a:t>
            </a:r>
            <a:endParaRPr lang="it-IT" sz="2400" b="1" dirty="0"/>
          </a:p>
          <a:p>
            <a:pPr marL="342900" indent="-342900">
              <a:buFont typeface="Calibri"/>
              <a:buChar char="-"/>
            </a:pPr>
            <a:endParaRPr lang="it-IT" sz="2400" dirty="0"/>
          </a:p>
          <a:p>
            <a:pPr marL="342900" indent="-342900">
              <a:buFont typeface="Calibri"/>
              <a:buChar char="-"/>
            </a:pPr>
            <a:r>
              <a:rPr lang="it-IT" sz="2400" dirty="0" err="1"/>
              <a:t>Understanding</a:t>
            </a:r>
            <a:r>
              <a:rPr lang="it-IT" sz="2400" dirty="0"/>
              <a:t>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column</a:t>
            </a:r>
            <a:r>
              <a:rPr lang="it-IT" sz="2400" dirty="0"/>
              <a:t> </a:t>
            </a:r>
            <a:r>
              <a:rPr lang="it-IT" sz="2400" dirty="0" err="1"/>
              <a:t>meant</a:t>
            </a:r>
            <a:r>
              <a:rPr lang="it-IT" sz="2400" dirty="0"/>
              <a:t> and </a:t>
            </a:r>
            <a:r>
              <a:rPr lang="it-IT" sz="2400" dirty="0" err="1"/>
              <a:t>how</a:t>
            </a:r>
            <a:r>
              <a:rPr lang="it-IT" sz="2400" dirty="0"/>
              <a:t> importante </a:t>
            </a:r>
            <a:r>
              <a:rPr lang="it-IT" sz="2400" dirty="0" err="1"/>
              <a:t>they</a:t>
            </a:r>
            <a:r>
              <a:rPr lang="it-IT" sz="2400" dirty="0"/>
              <a:t> </a:t>
            </a:r>
            <a:r>
              <a:rPr lang="it-IT" sz="2400" dirty="0" err="1"/>
              <a:t>were</a:t>
            </a:r>
          </a:p>
          <a:p>
            <a:pPr marL="342900" indent="-342900">
              <a:buFont typeface="Calibri"/>
              <a:buChar char="-"/>
            </a:pPr>
            <a:endParaRPr lang="it-IT" sz="2400" dirty="0"/>
          </a:p>
          <a:p>
            <a:pPr marL="342900" indent="-342900">
              <a:buFont typeface="Calibri"/>
              <a:buChar char="-"/>
            </a:pPr>
            <a:r>
              <a:rPr lang="it-IT" sz="2400" dirty="0" err="1"/>
              <a:t>Creating</a:t>
            </a:r>
            <a:r>
              <a:rPr lang="it-IT" sz="2400" dirty="0"/>
              <a:t> new and </a:t>
            </a:r>
            <a:r>
              <a:rPr lang="it-IT" sz="2400" dirty="0" err="1"/>
              <a:t>usable</a:t>
            </a:r>
            <a:r>
              <a:rPr lang="it-IT" sz="2400" dirty="0"/>
              <a:t> datasets</a:t>
            </a:r>
          </a:p>
          <a:p>
            <a:pPr marL="342900" indent="-342900">
              <a:buFont typeface="Calibri"/>
              <a:buChar char="-"/>
            </a:pPr>
            <a:endParaRPr lang="it-IT" sz="2400" dirty="0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380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C7125A-B66A-8380-CED6-9D2B51B9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2 </a:t>
            </a:r>
            <a:r>
              <a:rPr lang="it-IT" b="1" dirty="0">
                <a:solidFill>
                  <a:schemeClr val="accent5"/>
                </a:solidFill>
              </a:rPr>
              <a:t>Cluster Analysis and </a:t>
            </a:r>
            <a:r>
              <a:rPr lang="it-IT" b="1" dirty="0" err="1">
                <a:solidFill>
                  <a:schemeClr val="accent5"/>
                </a:solidFill>
              </a:rPr>
              <a:t>Regression</a:t>
            </a:r>
            <a:r>
              <a:rPr lang="it-IT" b="1" dirty="0">
                <a:solidFill>
                  <a:schemeClr val="accent5"/>
                </a:solidFill>
              </a:rPr>
              <a:t>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90E980-02CA-28DE-38CD-1E0873C4C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2083"/>
            <a:ext cx="4172858" cy="43948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b="1" i="1" dirty="0" err="1"/>
              <a:t>Main</a:t>
            </a:r>
            <a:r>
              <a:rPr lang="it-IT" b="1" i="1" dirty="0"/>
              <a:t> tool/</a:t>
            </a:r>
            <a:r>
              <a:rPr lang="it-IT" b="1" i="1" dirty="0" err="1"/>
              <a:t>technologies</a:t>
            </a:r>
            <a:r>
              <a:rPr lang="it-IT" b="1" i="1" dirty="0"/>
              <a:t>:</a:t>
            </a:r>
            <a:endParaRPr lang="it-IT" dirty="0"/>
          </a:p>
          <a:p>
            <a:pPr marL="0" indent="0">
              <a:buNone/>
            </a:pPr>
            <a:endParaRPr lang="it-IT" b="1" i="1" dirty="0"/>
          </a:p>
          <a:p>
            <a:pPr>
              <a:buFont typeface="Calibri,Sans-Serif"/>
              <a:buChar char="-"/>
            </a:pPr>
            <a:r>
              <a:rPr lang="it-IT"/>
              <a:t>Vs code and Python Libraries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2252BB-AE42-3E21-255E-A9DF6B792B16}"/>
              </a:ext>
            </a:extLst>
          </p:cNvPr>
          <p:cNvSpPr txBox="1"/>
          <p:nvPr/>
        </p:nvSpPr>
        <p:spPr>
          <a:xfrm>
            <a:off x="6317624" y="1763412"/>
            <a:ext cx="521859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 dirty="0" err="1"/>
              <a:t>Main</a:t>
            </a:r>
            <a:r>
              <a:rPr lang="it-IT" sz="2800" b="1" dirty="0"/>
              <a:t> Challenges:</a:t>
            </a:r>
          </a:p>
          <a:p>
            <a:endParaRPr lang="it-IT" sz="2800" b="1" dirty="0"/>
          </a:p>
          <a:p>
            <a:pPr marL="457200" indent="-457200">
              <a:buFont typeface="Calibri"/>
              <a:buChar char="-"/>
            </a:pPr>
            <a:r>
              <a:rPr lang="it-IT" sz="2400" dirty="0" err="1"/>
              <a:t>Deciding</a:t>
            </a:r>
            <a:r>
              <a:rPr lang="it-IT" sz="2400" dirty="0"/>
              <a:t> </a:t>
            </a:r>
            <a:r>
              <a:rPr lang="it-IT" sz="2400" dirty="0" err="1"/>
              <a:t>which</a:t>
            </a:r>
            <a:r>
              <a:rPr lang="it-IT" sz="2400" dirty="0"/>
              <a:t> test to do</a:t>
            </a:r>
          </a:p>
          <a:p>
            <a:pPr marL="457200" indent="-457200">
              <a:buFont typeface="Calibri"/>
              <a:buChar char="-"/>
            </a:pPr>
            <a:endParaRPr lang="it-IT" sz="2400" dirty="0"/>
          </a:p>
          <a:p>
            <a:pPr marL="457200" indent="-457200">
              <a:buFont typeface="Calibri"/>
              <a:buChar char="-"/>
            </a:pPr>
            <a:r>
              <a:rPr lang="it-IT" sz="2400" dirty="0"/>
              <a:t>Picking </a:t>
            </a:r>
            <a:r>
              <a:rPr lang="it-IT" sz="2400" dirty="0" err="1"/>
              <a:t>which</a:t>
            </a:r>
            <a:r>
              <a:rPr lang="it-IT" sz="2400" dirty="0"/>
              <a:t> information to use in the cluster </a:t>
            </a:r>
            <a:r>
              <a:rPr lang="it-IT" sz="2400" dirty="0" err="1"/>
              <a:t>analysis</a:t>
            </a:r>
            <a:endParaRPr lang="it-IT" sz="2400" dirty="0"/>
          </a:p>
          <a:p>
            <a:pPr marL="457200" indent="-457200">
              <a:buFont typeface="Calibri"/>
              <a:buChar char="-"/>
            </a:pPr>
            <a:endParaRPr lang="it-IT" sz="2400" dirty="0"/>
          </a:p>
          <a:p>
            <a:pPr marL="457200" indent="-457200">
              <a:buFont typeface="Calibri"/>
              <a:buChar char="-"/>
            </a:pPr>
            <a:r>
              <a:rPr lang="it-IT" sz="2400" dirty="0" err="1"/>
              <a:t>Understanding</a:t>
            </a:r>
            <a:r>
              <a:rPr lang="it-IT" sz="2400" dirty="0"/>
              <a:t> </a:t>
            </a:r>
            <a:r>
              <a:rPr lang="it-IT" sz="2400" dirty="0" err="1"/>
              <a:t>regression</a:t>
            </a:r>
            <a:r>
              <a:rPr lang="it-IT" sz="2400" dirty="0"/>
              <a:t> </a:t>
            </a:r>
            <a:r>
              <a:rPr lang="it-IT" sz="2400" dirty="0" err="1"/>
              <a:t>test's</a:t>
            </a:r>
            <a:r>
              <a:rPr lang="it-IT" sz="2400" dirty="0"/>
              <a:t> </a:t>
            </a:r>
            <a:r>
              <a:rPr lang="it-IT" sz="2400" dirty="0" err="1"/>
              <a:t>results</a:t>
            </a:r>
            <a:endParaRPr lang="it-IT" sz="2400"/>
          </a:p>
          <a:p>
            <a:endParaRPr lang="it-IT" sz="2800" b="1" dirty="0"/>
          </a:p>
        </p:txBody>
      </p:sp>
    </p:spTree>
    <p:extLst>
      <p:ext uri="{BB962C8B-B14F-4D97-AF65-F5344CB8AC3E}">
        <p14:creationId xmlns:p14="http://schemas.microsoft.com/office/powerpoint/2010/main" val="195304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A95368-B255-49C2-A47B-FC2C5BCE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3 </a:t>
            </a:r>
            <a:r>
              <a:rPr lang="it-IT" b="1" dirty="0" err="1">
                <a:solidFill>
                  <a:srgbClr val="C00000"/>
                </a:solidFill>
              </a:rPr>
              <a:t>Creating</a:t>
            </a:r>
            <a:r>
              <a:rPr lang="it-IT" b="1" dirty="0">
                <a:solidFill>
                  <a:srgbClr val="C00000"/>
                </a:solidFill>
              </a:rPr>
              <a:t> a Dashboard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B3B881-1268-33C7-4124-007228442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055"/>
            <a:ext cx="4100287" cy="2674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b="1" i="1" dirty="0" err="1"/>
              <a:t>Main</a:t>
            </a:r>
            <a:r>
              <a:rPr lang="it-IT" b="1" i="1" dirty="0"/>
              <a:t> tool/</a:t>
            </a:r>
            <a:r>
              <a:rPr lang="it-IT" b="1" i="1" dirty="0" err="1"/>
              <a:t>technologies</a:t>
            </a:r>
            <a:r>
              <a:rPr lang="it-IT" b="1" i="1" dirty="0"/>
              <a:t>:</a:t>
            </a:r>
            <a:endParaRPr lang="it-IT" dirty="0"/>
          </a:p>
          <a:p>
            <a:endParaRPr lang="it-IT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it-IT"/>
              <a:t>Power Bi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DDD27C-0087-C330-6565-3D5CB8B23825}"/>
              </a:ext>
            </a:extLst>
          </p:cNvPr>
          <p:cNvSpPr txBox="1"/>
          <p:nvPr/>
        </p:nvSpPr>
        <p:spPr>
          <a:xfrm>
            <a:off x="6096000" y="1709057"/>
            <a:ext cx="609600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it-IT" sz="2800" b="1" i="0" u="none" strike="noStrike" baseline="0" dirty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Main</a:t>
            </a:r>
            <a:r>
              <a:rPr lang="it-IT" sz="2800" b="1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Challenges:</a:t>
            </a:r>
            <a:r>
              <a:rPr lang="en-US" sz="28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it-IT" sz="2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457200" indent="-457200">
              <a:buFont typeface="Calibri,Sans-Serif"/>
              <a:buChar char="-"/>
            </a:pPr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Using </a:t>
            </a:r>
            <a:r>
              <a:rPr lang="en-US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dax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to create new information</a:t>
            </a:r>
            <a:endParaRPr lang="en-US" sz="2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lvl="0" indent="-457200" algn="l" rtl="0">
              <a:buFont typeface="Calibri,Sans-Serif"/>
              <a:buChar char="-"/>
            </a:pPr>
            <a:endParaRPr lang="it-IT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Picking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which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graphs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would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be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useful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for the data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given</a:t>
            </a:r>
            <a:endParaRPr lang="it-IT" sz="2400" b="0" i="0" dirty="0" err="1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lvl="0" indent="-457200" algn="l" rtl="0">
              <a:buFont typeface="Calibri,Sans-Serif"/>
              <a:buChar char="-"/>
            </a:pPr>
            <a:endParaRPr lang="it-IT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buFont typeface="Calibri,Sans-Serif"/>
              <a:buChar char="-"/>
            </a:pP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Being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sure to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respect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color theory, </a:t>
            </a:r>
            <a:r>
              <a:rPr lang="it-IT" sz="2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gestald</a:t>
            </a:r>
            <a:r>
              <a:rPr lang="it-IT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and the 3 30 300 rule</a:t>
            </a:r>
            <a:endParaRPr lang="it-IT" sz="2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l" rtl="0"/>
            <a:r>
              <a:rPr lang="it-IT" sz="2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2640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Final Project Boolean Class 27</vt:lpstr>
      <vt:lpstr>Fase 1 Getting data and cleaning it up</vt:lpstr>
      <vt:lpstr>Fase 2 Cluster Analysis and Regression Test</vt:lpstr>
      <vt:lpstr>Fase 3 Creating a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245</cp:revision>
  <dcterms:created xsi:type="dcterms:W3CDTF">2026-07-05T10:43:58Z</dcterms:created>
  <dcterms:modified xsi:type="dcterms:W3CDTF">2026-07-05T12:27:51Z</dcterms:modified>
</cp:coreProperties>
</file>